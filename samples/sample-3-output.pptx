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 txBox="1"/>
          <p:nvPr/>
        </p:nvSpPr>
        <p:spPr>
          <a:xfrm>
            <a:off x="4748441" y="873534"/>
            <a:ext cx="5229468" cy="37718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2078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为什么那个“好方案”的功劳依然归你？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731488" y="1499616"/>
            <a:ext cx="5440325" cy="804671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4435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驾驭 AI的判断力，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713767" y="2321718"/>
            <a:ext cx="5918790" cy="714375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3937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本身就是这个时代的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713736" y="3178971"/>
            <a:ext cx="3083503" cy="821526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4528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超级能力。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678325" y="4392168"/>
            <a:ext cx="5245395" cy="35966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1982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•它能给出惊艳的切入点，是因为你问得好。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673600" y="4759656"/>
            <a:ext cx="4216399" cy="358253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1974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．它能逻辑自洽，是因为你改得好。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660604" y="5196840"/>
            <a:ext cx="4465674" cy="357425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1970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•它能最终落地，是因为你确认得好。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678325" y="5607843"/>
            <a:ext cx="6308650" cy="33932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1870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•那个最好的方案，是你在几百个可能性里，挑得对。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