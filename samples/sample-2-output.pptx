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7"/>
  </p:normalViewPr>
  <p:slideViewPr>
    <p:cSldViewPr snapToGrid="0">
      <p:cViewPr varScale="1">
        <p:scale>
          <a:sx n="87" d="100"/>
          <a:sy n="87" d="100"/>
        </p:scale>
        <p:origin x="216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 txBox="1"/>
          <p:nvPr/>
        </p:nvSpPr>
        <p:spPr>
          <a:xfrm>
            <a:off x="602511" y="463296"/>
            <a:ext cx="7938976" cy="573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3158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宏观视角：构建多层、互补的AI安全体系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02511" y="1267967"/>
            <a:ext cx="10986976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2268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忏悔机制是AI安全与透明化工具栈中的一层，与其他方法相辅相成，共同构建一个更强大的系统。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093535" y="3017519"/>
            <a:ext cx="3898604" cy="32308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1780" b="1" dirty="0">
                <a:solidFill>
                  <a:srgbClr val="FEF5EB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指令层级 （Instruction Hierarchy）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430232" y="3874008"/>
            <a:ext cx="3225209" cy="32308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1780" b="1" dirty="0">
                <a:solidFill>
                  <a:srgbClr val="FEF7FC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“忏悔”机制 （Confessions）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505200" y="4759656"/>
            <a:ext cx="5080000" cy="35825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1974" dirty="0">
                <a:solidFill>
                  <a:srgbClr val="FDFEF5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思维链监控 （Chain-of-Thought Monitoring）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632790" y="5660136"/>
            <a:ext cx="4837813" cy="32308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zh-CN" sz="1780" dirty="0">
                <a:solidFill>
                  <a:srgbClr val="F7FDFE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深思熟虑式对齐 （Deliberative Alignment）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Macintosh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Source Han Sans SC</vt:lpstr>
      <vt:lpstr>Arial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mingmin</cp:lastModifiedBy>
  <cp:revision>1</cp:revision>
  <dcterms:modified xsi:type="dcterms:W3CDTF">2026-03-02T11:03:25Z</dcterms:modified>
</cp:coreProperties>
</file>